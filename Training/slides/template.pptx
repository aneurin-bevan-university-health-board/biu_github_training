
<file path=[Content_Types].xml><?xml version="1.0" encoding="utf-8"?>
<Types xmlns="http://schemas.openxmlformats.org/package/2006/content-types">
  <Default Extension="gif" ContentType="image/gif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5" r:id="rId3"/>
  </p:sldMasterIdLst>
  <p:notesMasterIdLst>
    <p:notesMasterId r:id="rId4"/>
  </p:notesMasterIdLst>
  <p:sldIdLst/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gi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132"/>
          </a:solidFill>
          <a:ln cap="flat" cmpd="sng" w="12700">
            <a:solidFill>
              <a:srgbClr val="00113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>
            <p:ph type="ctrTitle"/>
          </p:nvPr>
        </p:nvSpPr>
        <p:spPr>
          <a:xfrm>
            <a:off x="863029" y="2373330"/>
            <a:ext cx="10453955" cy="27894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 Rounded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863029" y="5250094"/>
            <a:ext cx="10453955" cy="9965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DCDC"/>
              </a:buClr>
              <a:buSzPts val="2400"/>
              <a:buNone/>
              <a:defRPr sz="2400">
                <a:solidFill>
                  <a:srgbClr val="DCDCDC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descr="Velindre NHS HOSP logo (white on trans background).gif"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3029" y="752650"/>
            <a:ext cx="3200399" cy="803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472611" y="375516"/>
            <a:ext cx="1123479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472611" y="1825625"/>
            <a:ext cx="1123479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11132049" y="6356350"/>
            <a:ext cx="57535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132"/>
          </a:solidFill>
          <a:ln cap="flat" cmpd="sng" w="12700">
            <a:solidFill>
              <a:srgbClr val="00113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874122"/>
            <a:ext cx="10515600" cy="32051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400"/>
              <a:buFont typeface="Arial Rounded"/>
              <a:buNone/>
              <a:defRPr sz="4400">
                <a:solidFill>
                  <a:srgbClr val="D8D8D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5167607"/>
            <a:ext cx="10515600" cy="10864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472611" y="375516"/>
            <a:ext cx="1123479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2611" y="1825625"/>
            <a:ext cx="1123479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11132049" y="6356350"/>
            <a:ext cx="57535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472611" y="375516"/>
            <a:ext cx="1123479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11132049" y="6356350"/>
            <a:ext cx="57535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11132049" y="6356350"/>
            <a:ext cx="57535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2611" y="375516"/>
            <a:ext cx="1123479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Arial Rounded"/>
              <a:buNone/>
              <a:defRPr b="1" i="0" sz="4000" u="none" cap="none" strike="noStrike">
                <a:solidFill>
                  <a:srgbClr val="002060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2611" y="1825625"/>
            <a:ext cx="1123479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132049" y="6356350"/>
            <a:ext cx="57535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test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2060"/>
      </a:accent1>
      <a:accent2>
        <a:srgbClr val="A5A5A5"/>
      </a:accent2>
      <a:accent3>
        <a:srgbClr val="01B0FF"/>
      </a:accent3>
      <a:accent4>
        <a:srgbClr val="3271E2"/>
      </a:accent4>
      <a:accent5>
        <a:srgbClr val="26508E"/>
      </a:accent5>
      <a:accent6>
        <a:srgbClr val="DE0000"/>
      </a:accent6>
      <a:hlink>
        <a:srgbClr val="0000FF"/>
      </a:hlink>
      <a:folHlink>
        <a:srgbClr val="7030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GitHub Training Day (template)</dc:title>
  <cp:lastModifiedBy>python-pptx</cp:lastModifiedBy>
  <cp:revision>1</cp:revision>
  <dcterms:modified xsi:type="dcterms:W3CDTF">2026-10-19T07:12:21Z</dcterms:modified>
  <dc:creator>ABUHB Business Intelligence</dc:creator>
</cp:coreProperties>
</file>